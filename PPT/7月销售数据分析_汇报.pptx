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" y="1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开场：7月整体销售动能持续向上，本次汇报聚焦数据表现、5大问题诊断与改进方向，供主管与销售团队对齐。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先给结论：总额亮眼、周度上扬，但到店转化和顾问分化是隐患。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强调周度增长 43%；W5 数据截止7-28属不完整周，不纳入趋势结论。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门店层面点名上海标杆、广州痛点；热力图补充车型分布。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重点抛 MEGA 问题：有线索有到店却零成交，需单独复盘。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扬长：复制销冠方法论；短板：帮扶零/低转化顾问。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漏斗是核心页：到店转化 4.35%，每提升1pp≈多成交113台。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逐条讲5大问题，强调到店转化和广州/顾问/MEGA三项。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每条对策对应一个问题的落地方案，主管可据此分配责任人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收尾：明确责任人分工与优先级，主抓到店转化这个最大杠杆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理想汽车 · 2026年7月销售数据分析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4F0"/>
                </a:solidFill>
                <a:latin typeface="微软雅黑"/>
                <a:ea typeface="微软雅黑"/>
              </a:rPr>
              <a:t>营销工作总结 · 问题诊断 · 改进建议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汇报对象：销售主管 &amp; 销售人员        |        汇报周期：2026-07-01 至 07-28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FC4D9"/>
                </a:solidFill>
                <a:latin typeface="微软雅黑"/>
                <a:ea typeface="微软雅黑"/>
              </a:rPr>
              <a:t>数据来源：7月门店销售明细（553条记录）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月度总体概览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7373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总成交台数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17373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109728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64592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3,692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总线索量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51760" cy="17373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109728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11,263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总到店人数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51760" cy="173736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109728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164592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13.27%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603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线索转化率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整体转化效率：到店转化率 4.35%  ·  线索转化率 13.27%  ·  到店线索率 305%（到店含自然客流）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周度销售持续增长：成交台数由 W1 的 91 台升至 W4 的 130 台（+43%），动能向上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主力车型 L7/L8 合计占比 87.2%，是绝对走量引擎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销售顾问业绩分化显著：王浩 / 张磊两人贡献全司 35.5% 销量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C00000"/>
                </a:solidFill>
                <a:latin typeface="微软雅黑"/>
                <a:ea typeface="微软雅黑"/>
              </a:rPr>
              <a:t>到店→成交转化仅 4.35%，是当前最大的销量增长潜力点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时间维度：销售趋势与周度表现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趋势</a:t>
            </a:r>
          </a:p>
        </p:txBody>
      </p:sp>
      <p:pic>
        <p:nvPicPr>
          <p:cNvPr id="6" name="Picture 5" descr="1_每日销售趋势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00200"/>
            <a:ext cx="5669280" cy="2834640"/>
          </a:xfrm>
          <a:prstGeom prst="rect">
            <a:avLst/>
          </a:prstGeom>
        </p:spPr>
      </p:pic>
      <p:pic>
        <p:nvPicPr>
          <p:cNvPr id="7" name="Picture 6" descr="2_分周汇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249424"/>
            <a:ext cx="2560320" cy="1536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解读：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成交/到店/线索三线同步上行，节奏稳定；分周对比显示 W1 91 台 → W4 130 台，环比 +43%，销售动能持续走强（W5 为不完整周，仅供参考）。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门店 / 城市分析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门店</a:t>
            </a:r>
          </a:p>
        </p:txBody>
      </p:sp>
      <p:pic>
        <p:nvPicPr>
          <p:cNvPr id="6" name="Picture 5" descr="3_各城市成交对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27632"/>
            <a:ext cx="4023359" cy="2414016"/>
          </a:xfrm>
          <a:prstGeom prst="rect">
            <a:avLst/>
          </a:prstGeom>
        </p:spPr>
      </p:pic>
      <p:pic>
        <p:nvPicPr>
          <p:cNvPr id="7" name="Picture 6" descr="11_城市车型热力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402080"/>
            <a:ext cx="4297680" cy="2865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上海（133台）为量质双优标杆，成都、重庆转化率靠前但线索量偏少，存在放量空间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C00000"/>
                </a:solidFill>
                <a:latin typeface="微软雅黑"/>
                <a:ea typeface="微软雅黑"/>
              </a:rPr>
              <a:t>广州线索量不少（529）但转化率仅 9.3% 全场垫底，属高线索低转化，需重点治理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车型分析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车型</a:t>
            </a:r>
          </a:p>
        </p:txBody>
      </p:sp>
      <p:pic>
        <p:nvPicPr>
          <p:cNvPr id="6" name="Picture 5" descr="5_各车型销量占比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051560"/>
            <a:ext cx="3749039" cy="3749039"/>
          </a:xfrm>
          <a:prstGeom prst="rect">
            <a:avLst/>
          </a:prstGeom>
        </p:spPr>
      </p:pic>
      <p:pic>
        <p:nvPicPr>
          <p:cNvPr id="7" name="Picture 6" descr="6_各车型转化率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554480"/>
            <a:ext cx="45720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解读：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L7（49.2%）+ L8（38.0%）占 87.2%；L9 高端靠头部城市消化；L6 疲软；MEGA 虽有 178 条线索、576 人到店，但全月 0 成交，为最大疑点。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销售顾问分析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人员</a:t>
            </a:r>
          </a:p>
        </p:txBody>
      </p:sp>
      <p:pic>
        <p:nvPicPr>
          <p:cNvPr id="6" name="Picture 5" descr="7_销售顾问业绩排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485900"/>
            <a:ext cx="4114799" cy="2880360"/>
          </a:xfrm>
          <a:prstGeom prst="rect">
            <a:avLst/>
          </a:prstGeom>
        </p:spPr>
      </p:pic>
      <p:pic>
        <p:nvPicPr>
          <p:cNvPr id="7" name="Picture 6" descr="8_销售顾问产能转化散点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357884"/>
            <a:ext cx="4480560" cy="31363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777777"/>
                </a:solidFill>
                <a:latin typeface="微软雅黑"/>
                <a:ea typeface="微软雅黑"/>
              </a:rPr>
              <a:t>王浩（91台）/ 张磊（83台）合计占 35.5%，量、质双优，可作标杆复制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• </a:t>
            </a:r>
            <a:r>
              <a:rPr sz="1500" b="0">
                <a:solidFill>
                  <a:srgbClr val="C00000"/>
                </a:solidFill>
                <a:latin typeface="微软雅黑"/>
                <a:ea typeface="微软雅黑"/>
              </a:rPr>
              <a:t>吴敏、郑琪整月 0 成交，李娜转化率仅 7.9%，需专项帮扶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转化漏斗与客流规律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漏斗</a:t>
            </a:r>
          </a:p>
        </p:txBody>
      </p:sp>
      <p:pic>
        <p:nvPicPr>
          <p:cNvPr id="6" name="Picture 5" descr="9_整体转化漏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541417"/>
            <a:ext cx="3657600" cy="3135085"/>
          </a:xfrm>
          <a:prstGeom prst="rect">
            <a:avLst/>
          </a:prstGeom>
        </p:spPr>
      </p:pic>
      <p:pic>
        <p:nvPicPr>
          <p:cNvPr id="7" name="Picture 6" descr="10_星期几成交规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37360"/>
            <a:ext cx="45720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关键瓶颈：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到店 11,263 人 → 成交 490 台，到店转化仅 4.35%。到店客流池极大（且大于线索量，含自然客流），提升到店转化是最有性价比的杠杆。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问题点诊断（Top 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3444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问题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234440"/>
            <a:ext cx="10058400" cy="8686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130759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到店转化率偏低：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仅 4.35%，每 100 名到店客户仅约 4 人成交，客流未充分变现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2"/>
            <a:ext cx="123444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2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问题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221992"/>
            <a:ext cx="10058400" cy="8686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4519" y="2295144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广州门店高线索低转化：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线索 529 条不少，但转化率 9.3% 全场垫底，线索质量/跟进存疑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123444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209544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问题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209544"/>
            <a:ext cx="10058400" cy="8686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3282696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MEGA 车型全线 0 成交：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178 条线索、576 人到店却零转化，市场接受度或成交路径存障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7096"/>
            <a:ext cx="123444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197096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问题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197096"/>
            <a:ext cx="10058400" cy="8686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19" y="4270248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顾问业绩两极分化：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王浩+张磊占 35.5%；吴敏、郑琪 0 成交，李娜转化仅 7.9%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84648"/>
            <a:ext cx="1234440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184648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问题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5184648"/>
            <a:ext cx="10058400" cy="8686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525780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部分车型疲软：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L6 仅 14 台且转化率低，边缘车型贡献有限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改进建议（对策）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097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D6E4F0"/>
                </a:solidFill>
                <a:latin typeface="微软雅黑"/>
                <a:ea typeface="微软雅黑"/>
              </a:rPr>
              <a:t>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893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提升到店转化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优化试驾体验与逼单环节；按客流时段排班；建立到店未成交回访机制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037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广州门店专项整改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复盘线索质量、规范跟进 SOP；对低效线索重新清洗与分配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181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MEGA 独立复盘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单独跟踪线索来源与客户反馈，评估定位与推广策略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9776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0325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顾问帮扶与复制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沉淀销冠话术/跟进方法论；对 0 转化顾问开展专项培训与带教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8920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9469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放量高转化城市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向成都、重庆等转化率高但线索少的城市加大投放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37160" cy="86868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5806440"/>
            <a:ext cx="10835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86130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主抓走量车型 L7/L8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—— 重点补给主力车型线索，同时抢救 L6/L9 转化短板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微软雅黑"/>
                <a:ea typeface="微软雅黑"/>
              </a:rPr>
              <a:t>理想汽车 · 2026年7月销售分析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6400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微软雅黑"/>
                <a:ea typeface="微软雅黑"/>
              </a:rPr>
              <a:t>下一步行动</a:t>
            </a:r>
            <a:r>
              <a:rPr sz="3400" b="1" dirty="0">
                <a:solidFill>
                  <a:srgbClr val="FFFFFF"/>
                </a:solidFill>
                <a:latin typeface="微软雅黑"/>
                <a:ea typeface="微软雅黑"/>
              </a:rPr>
              <a:t> &amp; </a:t>
            </a:r>
            <a:r>
              <a:rPr sz="3400" b="1" dirty="0" err="1">
                <a:solidFill>
                  <a:srgbClr val="FFFFFF"/>
                </a:solidFill>
                <a:latin typeface="微软雅黑"/>
                <a:ea typeface="微软雅黑"/>
              </a:rPr>
              <a:t>一句话总结</a:t>
            </a:r>
            <a:endParaRPr sz="34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F8F00"/>
                </a:solidFill>
                <a:latin typeface="微软雅黑"/>
                <a:ea typeface="微软雅黑"/>
              </a:rPr>
              <a:t>① 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主抓到店转化：目标到店转化率由 4.35% 提升 1 个百分点（≈多成交 113 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F8F00"/>
                </a:solidFill>
                <a:latin typeface="微软雅黑"/>
                <a:ea typeface="微软雅黑"/>
              </a:rPr>
              <a:t>② 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广州门店专项：两周内完成线索质量与跟进 SOP 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F8F00"/>
                </a:solidFill>
                <a:latin typeface="微软雅黑"/>
                <a:ea typeface="微软雅黑"/>
              </a:rPr>
              <a:t>③ 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MEGA 独立诊断：输出专项报告，评估车型定位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F8F00"/>
                </a:solidFill>
                <a:latin typeface="微软雅黑"/>
                <a:ea typeface="微软雅黑"/>
              </a:rPr>
              <a:t>④ 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顾问帮扶：销冠方法论沉淀 + 0/低转化顾问带教计划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F8F00"/>
                </a:solidFill>
                <a:latin typeface="微软雅黑"/>
                <a:ea typeface="微软雅黑"/>
              </a:rPr>
              <a:t>⑤  </a:t>
            </a: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放量高转化城市（成都/重庆），补给 L7/L8 主力线索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6E4F0"/>
                </a:solidFill>
                <a:latin typeface="微软雅黑"/>
                <a:ea typeface="微软雅黑"/>
              </a:rPr>
              <a:t>数据驱动 · 聚焦问题 · 快速行动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576</Words>
  <Application>Microsoft Office PowerPoint</Application>
  <PresentationFormat>宽屏</PresentationFormat>
  <Paragraphs>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HQ</cp:lastModifiedBy>
  <cp:revision>2</cp:revision>
  <dcterms:created xsi:type="dcterms:W3CDTF">2013-01-27T09:14:16Z</dcterms:created>
  <dcterms:modified xsi:type="dcterms:W3CDTF">2026-08-25T09:00:04Z</dcterms:modified>
  <cp:category/>
</cp:coreProperties>
</file>